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Prompt Bank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Netflix-style Prompt Library + PromptTyper Integration</a:t>
            </a:r>
          </a:p>
          <a:p>
            <a:r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Prompts were scattered in random files/notes</a:t>
            </a:r>
          </a:p>
          <a:p>
            <a:pPr>
              <a:defRPr sz="2400"/>
            </a:pPr>
            <a:r>
              <a:t>Searching and reusing prompts was slow</a:t>
            </a:r>
          </a:p>
          <a:p>
            <a:pPr>
              <a:defRPr sz="2400"/>
            </a:pPr>
            <a:r>
              <a:t>Manual code edits needed for each new prompt</a:t>
            </a:r>
          </a:p>
          <a:p>
            <a:pPr>
              <a:defRPr sz="2400"/>
            </a:pPr>
            <a:r>
              <a:t>PromptTyper integration was not direct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Built a centralized Prompt Bank web app</a:t>
            </a:r>
          </a:p>
          <a:p>
            <a:pPr>
              <a:defRPr sz="2400"/>
            </a:pPr>
            <a:r>
              <a:t>Cinematic browsing with featured slider</a:t>
            </a:r>
          </a:p>
          <a:p>
            <a:pPr>
              <a:defRPr sz="2400"/>
            </a:pPr>
            <a:r>
              <a:t>Search + category + quick filters for fast discovery</a:t>
            </a:r>
          </a:p>
          <a:p>
            <a:pPr>
              <a:defRPr sz="2400"/>
            </a:pPr>
            <a:r>
              <a:t>One-click Save to PromptTyper for workflow speed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Make prompt management easy for non-technical users</a:t>
            </a:r>
          </a:p>
          <a:p>
            <a:pPr>
              <a:defRPr sz="2400"/>
            </a:pPr>
            <a:r>
              <a:t>Allow add/edit/delete without touching code</a:t>
            </a:r>
          </a:p>
          <a:p>
            <a:pPr>
              <a:defRPr sz="2400"/>
            </a:pPr>
            <a:r>
              <a:t>Connect web prompts to existing Python PromptTyper</a:t>
            </a:r>
          </a:p>
          <a:p>
            <a:pPr>
              <a:defRPr sz="2400"/>
            </a:pPr>
            <a:r>
              <a:t>Keep system local-first and offline-friendly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Frontend: HTML, CSS, Vanilla JavaScript</a:t>
            </a:r>
          </a:p>
          <a:p>
            <a:pPr>
              <a:defRPr sz="2400"/>
            </a:pPr>
            <a:r>
              <a:t>Integration: Local HTTP bridge (127.0.0.1:8765)</a:t>
            </a:r>
          </a:p>
          <a:p>
            <a:pPr>
              <a:defRPr sz="2400"/>
            </a:pPr>
            <a:r>
              <a:t>Storage: prompt_bank_data.json + browser localStorage</a:t>
            </a:r>
          </a:p>
          <a:p>
            <a:pPr>
              <a:defRPr sz="2400"/>
            </a:pPr>
            <a:r>
              <a:t>Media: Local images + intro audio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UI Layer -&gt; Home, search, detail, admin panels</a:t>
            </a:r>
          </a:p>
          <a:p>
            <a:pPr>
              <a:defRPr sz="2400"/>
            </a:pPr>
            <a:r>
              <a:t>Logic Layer -&gt; render, filters, slider, validations</a:t>
            </a:r>
          </a:p>
          <a:p>
            <a:pPr>
              <a:defRPr sz="2400"/>
            </a:pPr>
            <a:r>
              <a:t>Bridge Layer -&gt; health, load/save, import endpoints</a:t>
            </a:r>
          </a:p>
          <a:p>
            <a:pPr>
              <a:defRPr sz="2400"/>
            </a:pPr>
            <a:r>
              <a:t>Data Layer -&gt; local JSON records + user meta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Netflix-style hero carousel (arrows + dots + auto-slide)</a:t>
            </a:r>
          </a:p>
          <a:p>
            <a:pPr>
              <a:defRPr sz="2400"/>
            </a:pPr>
            <a:r>
              <a:t>Smart search across title/category/tagline/content</a:t>
            </a:r>
          </a:p>
          <a:p>
            <a:pPr>
              <a:defRPr sz="2400"/>
            </a:pPr>
            <a:r>
              <a:t>Quick filters: All, Pinned, Favorites, Recent</a:t>
            </a:r>
          </a:p>
          <a:p>
            <a:pPr>
              <a:defRPr sz="2400"/>
            </a:pPr>
            <a:r>
              <a:t>Prompt details: copy + Save to PromptTyper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Prompt / Admin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Mandatory fields: Title + Prompt content</a:t>
            </a:r>
          </a:p>
          <a:p>
            <a:pPr>
              <a:defRPr sz="2400"/>
            </a:pPr>
            <a:r>
              <a:t>Optional: Image for slider appearance</a:t>
            </a:r>
          </a:p>
          <a:p>
            <a:pPr>
              <a:defRPr sz="2400"/>
            </a:pPr>
            <a:r>
              <a:t>Edit and Delete from saved prompts list</a:t>
            </a:r>
          </a:p>
          <a:p>
            <a:pPr>
              <a:defRPr sz="2400"/>
            </a:pPr>
            <a:r>
              <a:t>Poster preview + slider featured toggle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- How We Built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Local JSON database model for rapid deployment</a:t>
            </a:r>
          </a:p>
          <a:p>
            <a:pPr>
              <a:defRPr sz="2400"/>
            </a:pPr>
            <a:r>
              <a:t>Schema: id, title, category, tagline, prompt, images, mainImage, featuredInSlider</a:t>
            </a:r>
          </a:p>
          <a:p>
            <a:pPr>
              <a:defRPr sz="2400"/>
            </a:pPr>
            <a:r>
              <a:t>Normalization step ensures consistent records</a:t>
            </a:r>
          </a:p>
          <a:p>
            <a:pPr>
              <a:defRPr sz="2400"/>
            </a:pPr>
            <a:r>
              <a:t>Meta state (pinned/favorite/recent) in localStorage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/ Bridge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GET /health -&gt; connection status</a:t>
            </a:r>
          </a:p>
          <a:p>
            <a:pPr>
              <a:defRPr sz="2400"/>
            </a:pPr>
            <a:r>
              <a:t>GET /prompt-bank-data -&gt; load library</a:t>
            </a:r>
          </a:p>
          <a:p>
            <a:pPr>
              <a:defRPr sz="2400"/>
            </a:pPr>
            <a:r>
              <a:t>POST /prompt-bank-data -&gt; persist updates</a:t>
            </a:r>
          </a:p>
          <a:p>
            <a:pPr>
              <a:defRPr sz="2400"/>
            </a:pPr>
            <a:r>
              <a:t>POST /import-prompt -&gt; send selected prompt to PromptTyper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 Experience &amp; Audio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Intro overlay preloads visuals</a:t>
            </a:r>
          </a:p>
          <a:p>
            <a:pPr>
              <a:defRPr sz="2400"/>
            </a:pPr>
            <a:r>
              <a:t>Audio plays segment from 5s to 10s</a:t>
            </a:r>
          </a:p>
          <a:p>
            <a:pPr>
              <a:defRPr sz="2400"/>
            </a:pPr>
            <a:r>
              <a:t>Smooth fade-in and fade-out effect</a:t>
            </a:r>
          </a:p>
          <a:p>
            <a:pPr>
              <a:defRPr sz="2400"/>
            </a:pPr>
            <a:r>
              <a:t>Fallback: tap to play intro if autoplay blocked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We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No style issue -&gt; fixed HTML/CSS structure</a:t>
            </a:r>
          </a:p>
          <a:p>
            <a:pPr>
              <a:defRPr sz="2400"/>
            </a:pPr>
            <a:r>
              <a:t>Slider drift bug -&gt; stable transform calculation</a:t>
            </a:r>
          </a:p>
          <a:p>
            <a:pPr>
              <a:defRPr sz="2400"/>
            </a:pPr>
            <a:r>
              <a:t>Failed fetch errors -&gt; bridge checks + timeout</a:t>
            </a:r>
          </a:p>
          <a:p>
            <a:pPr>
              <a:defRPr sz="2400"/>
            </a:pPr>
            <a:r>
              <a:t>Layout space waste -&gt; optimized hero alignment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Slider movement and dot sync validated</a:t>
            </a:r>
          </a:p>
          <a:p>
            <a:pPr>
              <a:defRPr sz="2400"/>
            </a:pPr>
            <a:r>
              <a:t>Search/filter combinations tested</a:t>
            </a:r>
          </a:p>
          <a:p>
            <a:pPr>
              <a:defRPr sz="2400"/>
            </a:pPr>
            <a:r>
              <a:t>Add/Edit/Delete prompt CRUD tested</a:t>
            </a:r>
          </a:p>
          <a:p>
            <a:pPr>
              <a:defRPr sz="2400"/>
            </a:pPr>
            <a:r>
              <a:t>Online/Offline PromptTyper handling tested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Move to SQLite/PostgreSQL for scale</a:t>
            </a:r>
          </a:p>
          <a:p>
            <a:pPr>
              <a:defRPr sz="2400"/>
            </a:pPr>
            <a:r>
              <a:t>Image storage optimization (avoid heavy base64)</a:t>
            </a:r>
          </a:p>
          <a:p>
            <a:pPr>
              <a:defRPr sz="2400"/>
            </a:pPr>
            <a:r>
              <a:t>User roles and cloud sync</a:t>
            </a:r>
          </a:p>
          <a:p>
            <a:pPr>
              <a:defRPr sz="2400"/>
            </a:pPr>
            <a:r>
              <a:t>Analytics dashboard for prompt usage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Prompt Bank transforms prompt chaos into structured workflow</a:t>
            </a:r>
          </a:p>
          <a:p>
            <a:pPr>
              <a:defRPr sz="2400"/>
            </a:pPr>
            <a:r>
              <a:t>Usable for both technical and non-technical users</a:t>
            </a:r>
          </a:p>
          <a:p>
            <a:pPr>
              <a:defRPr sz="2400"/>
            </a:pPr>
            <a:r>
              <a:t>Direct integration with PromptTyper improves productivity</a:t>
            </a:r>
          </a:p>
          <a:p>
            <a:pPr>
              <a:defRPr sz="2400"/>
            </a:pPr>
            <a:r>
              <a:t>Project is complete, practical, and ready for extension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