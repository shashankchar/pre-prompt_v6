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3" d="100"/>
          <a:sy n="73" d="100"/>
        </p:scale>
        <p:origin x="1476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PrePrompt - Full 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Unified System: PromptTyper + Prompt Bank</a:t>
            </a:r>
          </a:p>
          <a:p>
            <a:r>
              <a:t>Complete Final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 +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PrePrompt = PromptTyper + Prompt Bank as one workflow platform</a:t>
            </a:r>
          </a:p>
          <a:p>
            <a:pPr>
              <a:defRPr sz="2400"/>
            </a:pPr>
            <a:r>
              <a:t>Prompts scattered in files/notes caused reuse issues</a:t>
            </a:r>
          </a:p>
          <a:p>
            <a:pPr>
              <a:defRPr sz="2400"/>
            </a:pPr>
            <a:r>
              <a:t>Shortcut workflow lacked centralized prompt source</a:t>
            </a:r>
          </a:p>
          <a:p>
            <a:pPr>
              <a:defRPr sz="2400"/>
            </a:pPr>
            <a:r>
              <a:t>Manual copy-paste increased errors and wasted time</a:t>
            </a:r>
          </a:p>
          <a:p>
            <a:pPr>
              <a:defRPr sz="2400"/>
            </a:pPr>
            <a:r>
              <a:t>Need easier UI for non-technical users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Central library with Netflix-style browsing experience</a:t>
            </a:r>
          </a:p>
          <a:p>
            <a:pPr>
              <a:defRPr sz="2400"/>
            </a:pPr>
            <a:r>
              <a:t>Search, category filters, and quick prompt retrieval</a:t>
            </a:r>
          </a:p>
          <a:p>
            <a:pPr>
              <a:defRPr sz="2400"/>
            </a:pPr>
            <a:r>
              <a:t>One-click Save to PromptTyper integration</a:t>
            </a:r>
          </a:p>
          <a:p>
            <a:pPr>
              <a:defRPr sz="2400"/>
            </a:pPr>
            <a:r>
              <a:t>Prompt creation/editing through form, no code changes needed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Modules +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rPr dirty="0" err="1"/>
              <a:t>PromptTyper</a:t>
            </a:r>
            <a:r>
              <a:rPr dirty="0"/>
              <a:t> (Python): automation + manage prompt shortcuts</a:t>
            </a:r>
          </a:p>
          <a:p>
            <a:pPr>
              <a:defRPr sz="2400"/>
            </a:pPr>
            <a:r>
              <a:rPr dirty="0"/>
              <a:t>Prompt Bank (Web): browse/search/manage prompt library</a:t>
            </a:r>
          </a:p>
          <a:p>
            <a:pPr>
              <a:defRPr sz="2400"/>
            </a:pPr>
            <a:r>
              <a:rPr dirty="0"/>
              <a:t>User browses prompt in Prompt Bank</a:t>
            </a:r>
          </a:p>
          <a:p>
            <a:pPr>
              <a:defRPr sz="2400"/>
            </a:pPr>
            <a:r>
              <a:rPr dirty="0"/>
              <a:t>Clicks Save to </a:t>
            </a:r>
            <a:r>
              <a:rPr dirty="0" err="1"/>
              <a:t>PromptTyper</a:t>
            </a:r>
            <a:endParaRPr dirty="0"/>
          </a:p>
          <a:p>
            <a:pPr>
              <a:defRPr sz="2400"/>
            </a:pPr>
            <a:r>
              <a:rPr dirty="0"/>
              <a:t>Bridge transfers title/content -&gt; user sets shortcut in </a:t>
            </a:r>
            <a:r>
              <a:rPr dirty="0" err="1" smtClean="0"/>
              <a:t>PromptTyper</a:t>
            </a:r>
            <a:endParaRPr lang="en-US" dirty="0" smtClean="0"/>
          </a:p>
          <a:p>
            <a:pPr>
              <a:defRPr sz="2400"/>
            </a:pPr>
            <a:endParaRPr lang="en-US" dirty="0" smtClean="0"/>
          </a:p>
          <a:p>
            <a:pPr>
              <a:defRPr sz="2400"/>
            </a:pPr>
            <a:endParaRPr lang="en-US" dirty="0"/>
          </a:p>
          <a:p>
            <a:pPr>
              <a:defRPr sz="2400"/>
            </a:pPr>
            <a:endParaRPr lang="en-US" dirty="0" smtClean="0"/>
          </a:p>
          <a:p>
            <a:pPr>
              <a:defRPr sz="2400"/>
            </a:pPr>
            <a:endParaRPr lang="en-US" dirty="0"/>
          </a:p>
          <a:p>
            <a:pPr>
              <a:defRPr sz="2400"/>
            </a:pPr>
            <a:endParaRPr lang="en-US" dirty="0" smtClean="0"/>
          </a:p>
          <a:p>
            <a:pPr>
              <a:defRPr sz="2400"/>
            </a:pPr>
            <a:endParaRPr lang="en-US" dirty="0"/>
          </a:p>
          <a:p>
            <a:pPr>
              <a:defRPr sz="2400"/>
            </a:pPr>
            <a:endParaRPr lang="en-US" dirty="0" smtClean="0"/>
          </a:p>
          <a:p>
            <a:pPr>
              <a:defRPr sz="2400"/>
            </a:pPr>
            <a:endParaRPr lang="en-US" dirty="0"/>
          </a:p>
          <a:p>
            <a:pPr>
              <a:defRPr sz="2400"/>
            </a:pPr>
            <a:endParaRPr dirty="0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609600" y="3631474"/>
            <a:ext cx="8229600" cy="21578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 smtClean="0"/>
              <a:t>Architecture Overview</a:t>
            </a:r>
            <a:endParaRPr lang="en-IN" dirty="0"/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457200" y="4922546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2400"/>
            </a:pPr>
            <a:r>
              <a:rPr lang="en-IN" sz="2400" dirty="0" smtClean="0"/>
              <a:t>Frontend Layer: HTML + CSS + JavaScript</a:t>
            </a:r>
          </a:p>
          <a:p>
            <a:pPr>
              <a:defRPr sz="2400"/>
            </a:pPr>
            <a:r>
              <a:rPr lang="en-IN" sz="2400" dirty="0" smtClean="0"/>
              <a:t>Backend/Automation Layer: Python </a:t>
            </a:r>
            <a:r>
              <a:rPr lang="en-IN" sz="2400" dirty="0" err="1" smtClean="0"/>
              <a:t>PromptTyper</a:t>
            </a:r>
            <a:r>
              <a:rPr lang="en-IN" sz="2400" dirty="0" smtClean="0"/>
              <a:t> app</a:t>
            </a:r>
          </a:p>
          <a:p>
            <a:pPr>
              <a:defRPr sz="2400"/>
            </a:pPr>
            <a:r>
              <a:rPr lang="en-IN" sz="2400" dirty="0" smtClean="0"/>
              <a:t>Communication Layer: localhost bridge (127.0.0.1:8765)</a:t>
            </a:r>
          </a:p>
          <a:p>
            <a:pPr>
              <a:defRPr sz="2400"/>
            </a:pPr>
            <a:r>
              <a:rPr lang="en-IN" sz="2400" dirty="0" smtClean="0"/>
              <a:t>Storage Layer: local JSON + </a:t>
            </a:r>
            <a:r>
              <a:rPr lang="en-IN" sz="2400" dirty="0" err="1" smtClean="0"/>
              <a:t>localStorage</a:t>
            </a:r>
            <a:r>
              <a:rPr lang="en-IN" sz="2400" dirty="0" smtClean="0"/>
              <a:t> metadata</a:t>
            </a:r>
            <a:endParaRPr lang="en-IN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Build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Prompt records stored in prompt_bank_data.json</a:t>
            </a:r>
          </a:p>
          <a:p>
            <a:pPr>
              <a:defRPr sz="2400"/>
            </a:pPr>
            <a:r>
              <a:t>Schema includes id, title, category, prompt, images, featured flag</a:t>
            </a:r>
          </a:p>
          <a:p>
            <a:pPr>
              <a:defRPr sz="2400"/>
            </a:pPr>
            <a:r>
              <a:t>Normalization ensures consistent data format</a:t>
            </a:r>
          </a:p>
          <a:p>
            <a:pPr>
              <a:defRPr sz="2400"/>
            </a:pPr>
            <a:r>
              <a:t>Pinned/Favorites/Recent saved separately in localStorage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Bridge API Endpoints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GET /health -&gt; checks PromptTyper connection status</a:t>
            </a:r>
          </a:p>
          <a:p>
            <a:pPr>
              <a:defRPr sz="2400"/>
            </a:pPr>
            <a:r>
              <a:t>GET /prompt-bank-data -&gt; loads prompt library</a:t>
            </a:r>
          </a:p>
          <a:p>
            <a:pPr>
              <a:defRPr sz="2400"/>
            </a:pPr>
            <a:r>
              <a:t>POST /prompt-bank-data -&gt; saves updates from admin module</a:t>
            </a:r>
          </a:p>
          <a:p>
            <a:pPr>
              <a:defRPr sz="2400"/>
            </a:pPr>
            <a:r>
              <a:t>POST /import-prompt -&gt; sends selected content to PromptTyper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Netflix-like slider with arrows, dots, and auto slide</a:t>
            </a:r>
          </a:p>
          <a:p>
            <a:pPr>
              <a:defRPr sz="2400"/>
            </a:pPr>
            <a:r>
              <a:t>Intro loader with controlled sound segment + fade effects</a:t>
            </a:r>
          </a:p>
          <a:p>
            <a:pPr>
              <a:defRPr sz="2400"/>
            </a:pPr>
            <a:r>
              <a:t>Functional search and quick filters</a:t>
            </a:r>
          </a:p>
          <a:p>
            <a:pPr>
              <a:defRPr sz="2400"/>
            </a:pPr>
            <a:r>
              <a:t>PromptTyper active/offline status feedback</a:t>
            </a:r>
          </a:p>
          <a:p>
            <a:pPr>
              <a:defRPr sz="2400"/>
            </a:pPr>
            <a:r>
              <a:t>Add/Edit/Delete prompt admin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and Fixes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No-style page issue fixed with correct asset structure</a:t>
            </a:r>
          </a:p>
          <a:p>
            <a:pPr>
              <a:defRPr sz="2400"/>
            </a:pPr>
            <a:r>
              <a:t>Slider right-drift bug fixed with stable transform logic</a:t>
            </a:r>
          </a:p>
          <a:p>
            <a:pPr>
              <a:defRPr sz="2400"/>
            </a:pPr>
            <a:r>
              <a:t>Fetch failures handled with timeout + health checks</a:t>
            </a:r>
          </a:p>
          <a:p>
            <a:pPr>
              <a:defRPr sz="2400"/>
            </a:pPr>
            <a:r>
              <a:t>Autoplay restrictions handled with tap fallback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Outcome +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Prompt management became structured and reusable</a:t>
            </a:r>
          </a:p>
          <a:p>
            <a:pPr>
              <a:defRPr sz="2400"/>
            </a:pPr>
            <a:r>
              <a:t>PromptTyper usage became faster with direct content handoff</a:t>
            </a:r>
          </a:p>
          <a:p>
            <a:pPr>
              <a:defRPr sz="2400"/>
            </a:pPr>
            <a:r>
              <a:t>System supports both technical and non-technical users</a:t>
            </a:r>
          </a:p>
          <a:p>
            <a:pPr>
              <a:defRPr sz="2400"/>
            </a:pPr>
            <a:r>
              <a:t>PrePrompt is deployment-ready for local productivity use</a:t>
            </a:r>
          </a:p>
          <a:p>
            <a:pPr>
              <a:defRPr sz="2400"/>
            </a:pPr>
            <a:r>
              <a:t>Move from JSON to SQLite/PostgreSQL for scale</a:t>
            </a:r>
          </a:p>
          <a:p>
            <a:pPr>
              <a:defRPr sz="2400"/>
            </a:pPr>
            <a:r>
              <a:t>Cloud sync and user login support</a:t>
            </a:r>
          </a:p>
          <a:p>
            <a:pPr>
              <a:defRPr sz="2400"/>
            </a:pPr>
            <a:r>
              <a:t>Analytics + team collaboration and role-based access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PrePrompt = PromptTyper + Prompt Bank as one full product</a:t>
            </a:r>
          </a:p>
          <a:p>
            <a:pPr>
              <a:defRPr sz="2400"/>
            </a:pPr>
            <a:r>
              <a:t>It solves discovery, management, and execution in one flow</a:t>
            </a:r>
          </a:p>
          <a:p>
            <a:pPr>
              <a:defRPr sz="2400"/>
            </a:pPr>
            <a:r>
              <a:t>Current version is practical, stable, and extensible</a:t>
            </a:r>
          </a:p>
          <a:p>
            <a:pPr>
              <a:defRPr sz="2400"/>
            </a:pPr>
            <a:r>
              <a:t>Ready for demo, viva, and team handover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381</Words>
  <Application>Microsoft Office PowerPoint</Application>
  <PresentationFormat>On-screen Show (4:3)</PresentationFormat>
  <Paragraphs>66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PrePrompt - Full Project</vt:lpstr>
      <vt:lpstr>Overview + Problem</vt:lpstr>
      <vt:lpstr>Solution</vt:lpstr>
      <vt:lpstr>Modules + Flow</vt:lpstr>
      <vt:lpstr>Database Build Summary</vt:lpstr>
      <vt:lpstr>Bridge API Endpoints</vt:lpstr>
      <vt:lpstr>Core Features</vt:lpstr>
      <vt:lpstr>Challenges and Fixes</vt:lpstr>
      <vt:lpstr>Outcome + Future Scope</vt:lpstr>
      <vt:lpstr>Final Conclusion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PrePrompt - Full Project</dc:title>
  <dc:subject/>
  <dc:creator/>
  <cp:keywords/>
  <dc:description>generated using python-pptx</dc:description>
  <cp:lastModifiedBy>Microsoft account</cp:lastModifiedBy>
  <cp:revision>2</cp:revision>
  <dcterms:created xsi:type="dcterms:W3CDTF">2013-01-27T09:14:16Z</dcterms:created>
  <dcterms:modified xsi:type="dcterms:W3CDTF">2026-04-01T13:54:54Z</dcterms:modified>
  <cp:category/>
</cp:coreProperties>
</file>